
<file path=[Content_Types].xml><?xml version="1.0" encoding="utf-8"?>
<Types xmlns="http://schemas.openxmlformats.org/package/2006/content-types">
  <Default Extension="ico" ContentType="image/x-icon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5299" r:id="rId1"/>
  </p:sldMasterIdLst>
  <p:notesMasterIdLst>
    <p:notesMasterId r:id="rId9"/>
  </p:notesMasterIdLst>
  <p:sldIdLst>
    <p:sldId id="256" r:id="rId2"/>
    <p:sldId id="264" r:id="rId3"/>
    <p:sldId id="262" r:id="rId4"/>
    <p:sldId id="263" r:id="rId5"/>
    <p:sldId id="260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A3569-0E82-44DE-9E6F-34D6D0B91DBE}" type="datetimeFigureOut">
              <a:rPr lang="hu-HU" smtClean="0"/>
              <a:t>2025. 02. 10.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C5500-7BC3-4E73-8543-9E725159D4F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212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AC5500-7BC3-4E73-8543-9E725159D4F2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3486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44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1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3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54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1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88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2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11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96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2_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67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0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00" r:id="rId1"/>
    <p:sldLayoutId id="2147485301" r:id="rId2"/>
    <p:sldLayoutId id="2147485302" r:id="rId3"/>
    <p:sldLayoutId id="2147485303" r:id="rId4"/>
    <p:sldLayoutId id="2147485304" r:id="rId5"/>
    <p:sldLayoutId id="2147485305" r:id="rId6"/>
    <p:sldLayoutId id="2147485306" r:id="rId7"/>
    <p:sldLayoutId id="2147485307" r:id="rId8"/>
    <p:sldLayoutId id="2147485308" r:id="rId9"/>
    <p:sldLayoutId id="2147485309" r:id="rId10"/>
    <p:sldLayoutId id="2147485310" r:id="rId11"/>
    <p:sldLayoutId id="214748531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ico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ico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FD3BCB-956A-C6F4-63E2-822D7C0FE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347" y="2150346"/>
            <a:ext cx="9977265" cy="2218059"/>
          </a:xfrm>
        </p:spPr>
        <p:txBody>
          <a:bodyPr/>
          <a:lstStyle/>
          <a:p>
            <a:r>
              <a:rPr lang="hu-HU" sz="6600" dirty="0"/>
              <a:t>SAKAFA BT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EDD9ACA-D594-E631-8467-EF50316CF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348" y="4541856"/>
            <a:ext cx="5557663" cy="1708220"/>
          </a:xfrm>
        </p:spPr>
        <p:txBody>
          <a:bodyPr>
            <a:normAutofit fontScale="92500" lnSpcReduction="20000"/>
          </a:bodyPr>
          <a:lstStyle/>
          <a:p>
            <a:r>
              <a:rPr lang="hu-HU" dirty="0">
                <a:solidFill>
                  <a:schemeClr val="accent1"/>
                </a:solidFill>
              </a:rPr>
              <a:t>Egy modern webshop megoldás kisebb vállalkozások számára.</a:t>
            </a:r>
          </a:p>
          <a:p>
            <a:r>
              <a:rPr lang="hu-HU" dirty="0"/>
              <a:t>Készítette:</a:t>
            </a:r>
          </a:p>
          <a:p>
            <a:r>
              <a:rPr lang="hu-HU" dirty="0"/>
              <a:t>Kiss Tibor, Szutor Csaba, Szűcs Norbert</a:t>
            </a:r>
          </a:p>
          <a:p>
            <a:endParaRPr lang="hu-HU" dirty="0">
              <a:solidFill>
                <a:schemeClr val="accent1"/>
              </a:solidFill>
            </a:endParaRP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AE5F1A6-9A27-1BDA-824B-A2E443151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47" y="986069"/>
            <a:ext cx="1981651" cy="1981651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B9D46E90-3A2F-C711-C3B3-0CC768C3D857}"/>
              </a:ext>
            </a:extLst>
          </p:cNvPr>
          <p:cNvSpPr txBox="1"/>
          <p:nvPr/>
        </p:nvSpPr>
        <p:spPr>
          <a:xfrm>
            <a:off x="6626736" y="1515229"/>
            <a:ext cx="4877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i="0" dirty="0">
                <a:solidFill>
                  <a:schemeClr val="accent1"/>
                </a:solidFill>
                <a:effectLst/>
                <a:latin typeface="Inter"/>
              </a:rPr>
              <a:t>Debreceni SZC Mechwart András Gépipari és Informatikai Technikum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ABDDCCF-DF4F-8FBD-44BE-4B657F7CC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305" y="4355526"/>
            <a:ext cx="2089307" cy="197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9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A0F823-5FD6-F409-D821-0987DB44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motivációja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AA49BE6-F002-DAA0-129F-FC9FB6D2A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8924" y="1846052"/>
            <a:ext cx="4825157" cy="909708"/>
          </a:xfrm>
        </p:spPr>
        <p:txBody>
          <a:bodyPr anchor="t">
            <a:normAutofit/>
          </a:bodyPr>
          <a:lstStyle/>
          <a:p>
            <a:pPr algn="ctr"/>
            <a:r>
              <a:rPr lang="hu-HU" dirty="0"/>
              <a:t>Ismeretségi körben működő webshop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3883459-D1FA-48F2-E85B-AAAE4FAEC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884964"/>
            <a:ext cx="4825158" cy="3134837"/>
          </a:xfrm>
        </p:spPr>
        <p:txBody>
          <a:bodyPr/>
          <a:lstStyle/>
          <a:p>
            <a:r>
              <a:rPr lang="hu-HU" dirty="0"/>
              <a:t>Előfizetéses modell</a:t>
            </a:r>
          </a:p>
          <a:p>
            <a:r>
              <a:rPr lang="hu-HU" dirty="0"/>
              <a:t>Macskás tárgyak értékesítése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89640B0-B3D2-6CAD-74AC-B645C6D77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9173" y="1846052"/>
            <a:ext cx="4754880" cy="930220"/>
          </a:xfrm>
        </p:spPr>
        <p:txBody>
          <a:bodyPr anchor="t">
            <a:normAutofit/>
          </a:bodyPr>
          <a:lstStyle/>
          <a:p>
            <a:r>
              <a:rPr lang="hu-HU" dirty="0"/>
              <a:t>Célközönség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92DD1E8-88C8-E9A8-35CD-107A3800B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0" y="2884964"/>
            <a:ext cx="4825159" cy="3134837"/>
          </a:xfrm>
        </p:spPr>
        <p:txBody>
          <a:bodyPr/>
          <a:lstStyle/>
          <a:p>
            <a:r>
              <a:rPr lang="hu-HU" dirty="0"/>
              <a:t>Kisebb vállalkozások</a:t>
            </a:r>
          </a:p>
          <a:p>
            <a:r>
              <a:rPr lang="hu-HU" dirty="0"/>
              <a:t>Kezdő webshop tulajdonosok</a:t>
            </a:r>
          </a:p>
        </p:txBody>
      </p:sp>
    </p:spTree>
    <p:extLst>
      <p:ext uri="{BB962C8B-B14F-4D97-AF65-F5344CB8AC3E}">
        <p14:creationId xmlns:p14="http://schemas.microsoft.com/office/powerpoint/2010/main" val="418153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EE933621-6FAA-F91F-FC39-C228BEF5A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l"/>
            <a:r>
              <a:rPr lang="hu-HU" b="1" dirty="0">
                <a:solidFill>
                  <a:schemeClr val="accent1"/>
                </a:solidFill>
              </a:rPr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63562F-B500-7030-C9EE-3293EFFF8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3436" y="3364992"/>
            <a:ext cx="4270248" cy="2375033"/>
          </a:xfrm>
        </p:spPr>
        <p:txBody>
          <a:bodyPr/>
          <a:lstStyle/>
          <a:p>
            <a:r>
              <a:rPr lang="hu-HU" sz="1800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Django keretrendszer</a:t>
            </a:r>
          </a:p>
          <a:p>
            <a:r>
              <a:rPr lang="hu-HU" sz="1800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Gyors fejlesztési ciklus</a:t>
            </a:r>
            <a:endParaRPr lang="hu-HU" dirty="0">
              <a:latin typeface="Liberation Serif"/>
              <a:ea typeface="NSimSun" panose="02010609030101010101" pitchFamily="49" charset="-122"/>
              <a:cs typeface="Lucida Sans" panose="020B0602030504020204" pitchFamily="34" charset="0"/>
            </a:endParaRPr>
          </a:p>
          <a:p>
            <a:r>
              <a:rPr lang="hu-HU" sz="1800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Beépített admin funkciók 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67115D9-5B8C-CB25-11C0-76C4F19B9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291974"/>
            <a:ext cx="4253484" cy="2448052"/>
          </a:xfrm>
        </p:spPr>
        <p:txBody>
          <a:bodyPr/>
          <a:lstStyle/>
          <a:p>
            <a:r>
              <a:rPr lang="hu-HU" sz="1800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HTML, CSS, JavaScript és Bootstrap</a:t>
            </a:r>
          </a:p>
          <a:p>
            <a:r>
              <a:rPr lang="hu-HU" sz="1800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Modern és felhasználóbarát felület kialakítása</a:t>
            </a:r>
            <a:endParaRPr lang="hu-HU" dirty="0">
              <a:latin typeface="Liberation Serif"/>
              <a:ea typeface="NSimSun" panose="02010609030101010101" pitchFamily="49" charset="-122"/>
              <a:cs typeface="Lucida Sans" panose="020B0602030504020204" pitchFamily="34" charset="0"/>
            </a:endParaRPr>
          </a:p>
          <a:p>
            <a:r>
              <a:rPr lang="hu-HU" dirty="0">
                <a:latin typeface="Liberation Serif"/>
                <a:ea typeface="NSimSun" panose="02010609030101010101" pitchFamily="49" charset="-122"/>
              </a:rPr>
              <a:t>Reszponzivitás</a:t>
            </a:r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A3E5B0B-36DA-CC48-58CF-269D8DD5F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8316" y="2313432"/>
            <a:ext cx="4270248" cy="978541"/>
          </a:xfrm>
        </p:spPr>
        <p:txBody>
          <a:bodyPr anchor="ctr"/>
          <a:lstStyle/>
          <a:p>
            <a:r>
              <a:rPr lang="hu-HU" b="1" dirty="0">
                <a:solidFill>
                  <a:schemeClr val="accent1"/>
                </a:solidFill>
              </a:rPr>
              <a:t>Frontend</a:t>
            </a:r>
          </a:p>
          <a:p>
            <a:endParaRPr lang="hu-HU" b="1" dirty="0">
              <a:solidFill>
                <a:schemeClr val="accent1"/>
              </a:solidFill>
            </a:endParaRP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A395D614-4F06-9111-CD66-0DAF67F7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1800" b="1" kern="150" dirty="0">
                <a:effectLst/>
                <a:latin typeface="Liberation Serif"/>
              </a:rPr>
              <a:t>Technológiai Megoldások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498D06EF-C77A-89B2-9D7B-D16229E77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43" y="2750329"/>
            <a:ext cx="472545" cy="47254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94093F0E-028C-11DF-95A2-1330B1138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315" y="2796457"/>
            <a:ext cx="472545" cy="472545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88945BF1-992D-28DA-1B0C-8C6530D12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087" y="2819428"/>
            <a:ext cx="472545" cy="472545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FD73731B-91D1-7335-B785-C14803EDA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4864" y="2773300"/>
            <a:ext cx="628695" cy="518673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700ED4A8-9D63-8FC9-70B7-3BFE1B06B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762" y="2316033"/>
            <a:ext cx="1389747" cy="86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0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8BCEAE-8B0E-FC66-7C15-9D9B3F3B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Csapatmunka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5A2F5DE5-68A5-E287-507A-A8C5F4CE1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3546" y="1240971"/>
            <a:ext cx="1714500" cy="1600200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CC1606B9-279A-D80D-2C69-A24C68563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GitHub</a:t>
            </a:r>
          </a:p>
          <a:p>
            <a:r>
              <a:rPr lang="hu-HU" dirty="0"/>
              <a:t>Google Meet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1804AC6-63B1-F25B-7DBD-665725D44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549" y="3750548"/>
            <a:ext cx="190149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5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3E8364-2216-BCE9-F5E7-E3E6E4E0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webshop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7455A1-9B3A-9997-4352-9036B675C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Felhasználói regisztráció és bejelentkezés</a:t>
            </a:r>
          </a:p>
          <a:p>
            <a:r>
              <a:rPr lang="hu-HU" dirty="0"/>
              <a:t>Termékek megjelenítése</a:t>
            </a:r>
          </a:p>
          <a:p>
            <a:r>
              <a:rPr lang="hu-HU" dirty="0"/>
              <a:t>Termékek részletes megtekintése</a:t>
            </a:r>
          </a:p>
          <a:p>
            <a:r>
              <a:rPr lang="hu-HU" dirty="0"/>
              <a:t>Kosárkezelés</a:t>
            </a:r>
          </a:p>
          <a:p>
            <a:r>
              <a:rPr lang="hu-HU" dirty="0"/>
              <a:t>Rendelés és értesítés</a:t>
            </a:r>
          </a:p>
        </p:txBody>
      </p:sp>
    </p:spTree>
    <p:extLst>
      <p:ext uri="{BB962C8B-B14F-4D97-AF65-F5344CB8AC3E}">
        <p14:creationId xmlns:p14="http://schemas.microsoft.com/office/powerpoint/2010/main" val="54532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3B8604-ADC1-449B-D970-BE496A01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Adminisztrációs Felült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02A42E-2B53-3AA2-FFB2-6E2179A5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Új termékek rögzítése és árazása</a:t>
            </a:r>
          </a:p>
          <a:p>
            <a:r>
              <a:rPr lang="hu-HU" dirty="0"/>
              <a:t>Egyéni akciók beállítása</a:t>
            </a:r>
          </a:p>
          <a:p>
            <a:r>
              <a:rPr lang="hu-HU" dirty="0"/>
              <a:t>Beérkező rendelések megtekintése és kezelése</a:t>
            </a:r>
          </a:p>
          <a:p>
            <a:r>
              <a:rPr lang="hu-HU" dirty="0"/>
              <a:t>Vásárlók adatainak áttekintése és adminisztrációka</a:t>
            </a:r>
          </a:p>
          <a:p>
            <a:r>
              <a:rPr lang="hu-HU" dirty="0"/>
              <a:t>Szállítási költség kezelése</a:t>
            </a:r>
          </a:p>
        </p:txBody>
      </p:sp>
    </p:spTree>
    <p:extLst>
      <p:ext uri="{BB962C8B-B14F-4D97-AF65-F5344CB8AC3E}">
        <p14:creationId xmlns:p14="http://schemas.microsoft.com/office/powerpoint/2010/main" val="142476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A162BB-3B05-E49D-1D21-816EFC16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Jövőbeli Fejlesztési Lehetőségek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CB8E5D-E84C-8BD4-FCC1-51D53524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Bankkártyás fizetés integrációja</a:t>
            </a:r>
          </a:p>
          <a:p>
            <a:r>
              <a:rPr lang="hu-HU" dirty="0"/>
              <a:t>Darabszám kezelése</a:t>
            </a:r>
          </a:p>
        </p:txBody>
      </p:sp>
    </p:spTree>
    <p:extLst>
      <p:ext uri="{BB962C8B-B14F-4D97-AF65-F5344CB8AC3E}">
        <p14:creationId xmlns:p14="http://schemas.microsoft.com/office/powerpoint/2010/main" val="8298219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717</TotalTime>
  <Words>122</Words>
  <Application>Microsoft Office PowerPoint</Application>
  <PresentationFormat>Szélesvásznú</PresentationFormat>
  <Paragraphs>40</Paragraphs>
  <Slides>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Inter</vt:lpstr>
      <vt:lpstr>Liberation Serif</vt:lpstr>
      <vt:lpstr>Retrospektív</vt:lpstr>
      <vt:lpstr>SAKAFA BT</vt:lpstr>
      <vt:lpstr>Projekt motivációja</vt:lpstr>
      <vt:lpstr>Technológiai Megoldások</vt:lpstr>
      <vt:lpstr>Csapatmunka</vt:lpstr>
      <vt:lpstr>A webshop funkciói</vt:lpstr>
      <vt:lpstr>Adminisztrációs Felült</vt:lpstr>
      <vt:lpstr>Jövőbeli Fejlesztési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Tibor Kiss</dc:creator>
  <cp:lastModifiedBy>Tibor Kiss</cp:lastModifiedBy>
  <cp:revision>2</cp:revision>
  <dcterms:created xsi:type="dcterms:W3CDTF">2025-02-10T10:20:24Z</dcterms:created>
  <dcterms:modified xsi:type="dcterms:W3CDTF">2025-02-10T22:18:23Z</dcterms:modified>
</cp:coreProperties>
</file>